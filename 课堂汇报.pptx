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7E22"/>
                </a:solidFill>
                <a:latin typeface="Microsoft YaHei"/>
              </a:defRPr>
            </a:pPr>
            <a:r>
              <a:t>人工智能创新实践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基于 CNN 的手写数字识别</a:t>
            </a:r>
            <a:br/>
            <a:r>
              <a:t>与验证码登录系统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22860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CF0F1"/>
                </a:solidFill>
                <a:latin typeface="Microsoft YaHei"/>
              </a:defRPr>
            </a:pPr>
            <a:r>
              <a:t>小组成员：xxx  /  xxx  /  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2026 年 6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3716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21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8986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系统总览与技术栈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6758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模块一：手写数字识别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416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模型结构 · 训练优化 · Gradio 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531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模块二：验证码登录系统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数据合成 · CNN 模型 · Web/桌面双端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2303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关键技术对比与难点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89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007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成果展示与总结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▸ 手写数字识别是计算机视觉与图像分类领域的经典问题，也是深度学习入门必经之路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▸ 验证码（CAPTCHA）作为一种"图灵测试"，广泛应用于网站登录、防止机器攻击等场景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▸ 基于 MNIST 数据集（60,000 张 28x28 手写数字图片），使用 CNN 解决这两类问题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▸ 从模型训练到应用部署，构建一个完整的端到端 AI 应用系统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▸ 通过课堂汇报展示深度学习从理论到实践的完整闭环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训练优化的 CNN 模型识别 0-9 手写数字，测试准确率 &gt; 99%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构建基于 Gradio 的浏览器画板交互界面，实时识别手写数字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实现四连数字验证码的自动合成（含数据增强：旋转、模糊、噪声、对比度等）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训练验证码 CNN 模型（多分类头架构），识别准确率 &gt; 94%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搭建完整的验证码登录系统，支持 Web（HTML+JS）和桌面（Tkinter）双端</a:t>
            </a:r>
          </a:p>
          <a:p>
            <a:pPr>
              <a:spcAft>
                <a:spcPts val="800"/>
              </a:spcAft>
              <a:defRPr sz="1900">
                <a:solidFill>
                  <a:srgbClr val="2C3E50"/>
                </a:solidFill>
                <a:latin typeface="Microsoft YaHei"/>
              </a:defRPr>
            </a:pPr>
            <a:r>
              <a:t>▸ 将 CNN 识别结果实时可视化展示在前端验证码图片正下方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系统总体架构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0584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303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A52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A527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📌 模块一：手写数字识别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输入：画板手写 / 上传图片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模型：CNN（4 层卷积 + 全连接）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输出：预测数字 + Top-3 概率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界面：Gradio Web（浏览器访问）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📌 模块二：验证码登录系统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输入：4 连数字验证码图片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模型：CNN（3 层卷积 + 4 头并行 Softmax）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输出：4 位数字识别结果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▸ 界面：Tkinter 桌面 + Web 前端（HTML/CSS/JS）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技术栈：TensorFlow / Keras  +  NumPy / SciPy / PIL  +  Gradio / Tkinter / HTML+CSS+JS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模块一 ── CNN 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手写数字识别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数据集：MNIST（28×28 灰度，10 类）  |  预处理：灰度 → 28×28 → [0,1] → 反色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Input (28, 28, 1)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Conv2D(32, 3×3) + BatchNorm + MaxPool + Dropout(0.25)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Conv2D(64, 3×3) + BatchNorm + MaxPool + Dropout(0.25)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Conv2D(128, 3×3) + BatchNorm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Conv2D(256, 3×3) + BatchNorm + MaxPool + Dropout(0.25)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Flatten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├─ Dense(128) + Dropout(0.5)</a:t>
            </a:r>
          </a:p>
          <a:p>
            <a:pPr>
              <a:spcAft>
                <a:spcPts val="200"/>
              </a:spcAft>
              <a:defRPr sz="1400">
                <a:solidFill>
                  <a:srgbClr val="2C3E50"/>
                </a:solidFill>
                <a:latin typeface="Consolas"/>
              </a:defRPr>
            </a:pPr>
            <a:r>
              <a:t>└─ Dense(10) + Softmax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▸ 设计要点</a:t>
            </a:r>
            <a:br/>
            <a:br/>
            <a:r>
              <a:t>• 4 层卷积逐步加深，提取 </a:t>
            </a:r>
            <a:br/>
            <a:r>
              <a:t>   从边缘到语义的多级特征</a:t>
            </a:r>
            <a:br/>
            <a:r>
              <a:t>• BatchNorm 加速收敛、防止梯度消失</a:t>
            </a:r>
            <a:br/>
            <a:r>
              <a:t>• Dropout 防止过拟合</a:t>
            </a:r>
            <a:br/>
            <a:r>
              <a:t>• Softmax 输出 10 类概率分布</a:t>
            </a:r>
            <a:br/>
            <a:r>
              <a:t>• 参数量适中，兼顾精度与速度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模块一 ── 训练流程与优化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手写数字识别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▸ 数据增强（ImageDataGenerator）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设置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rotation_range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width_shift_range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height_shift_range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12·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zoom_range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▸ 训练回调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EarlyStopping：patience=8，监控 val_accuracy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ModelCheckpoint：按 val_accuracy 保存最佳模型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ReduceLROnPlateau：学习率自动衰减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▸ 固定随机种子（seed=42），保证可复现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▸ 训练结果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测试集准确率：~99.2%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易混淆数字对：4↔9、3↔8、7↔9（通过混淆矩阵分析）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模型保存为 cnn_model_v2.h5，供 Gradio 前端加载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模块一 ── Gradio Web 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手写数字识别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框架：Gradio（Python 原生 Web UI 库）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左侧画板：用户用鼠标手写数字，支持一键清空重画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右侧结果区：展示预测数字 + 0~9 各类别概率条形图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图像预处理：画板图像 → 灰度 → 28×28 → 归一化 → 反色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低置信度提示：当最高概率低于阈值时，提示"请重新书写"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▸ • 通过浏览器访问 http://127.0.0.1:7860 即可使用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6400800" cy="16459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9377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ℹ 此处放 Gradio 界面截图</a:t>
            </a:r>
            <a:br/>
            <a:r>
              <a:t>（运行 python app.py 后截取浏览器页面）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验证码生成流程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验证码登录系统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流程：从 MNIST 随机抽取 4 张数字图片 → 拼合为 28×112 → 数据增强 → 输出训练样本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▸ 数据增强参数（重点优化）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56032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原值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增强后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旋转角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±15°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±30°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高斯模糊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0.6 ~ 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1.0 ~ 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噪声 σ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0.03 ~ 0.08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0.05 ~ 0.15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对比度缩放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0.85 ~ 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0.55 ~ 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亮度偏移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±0.25（新增）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膨胀/腐蚀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30· 概率（新增）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▸ 训练数据集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训练集：24,000 张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测试集：4,000 张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每张为 28×112 灰度图（4 连数字）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数字等概率随机抽取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数据格式：captcha_dataset.npz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验证码 CNN 模型结构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验证码登录系统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Input (28, 112, 1)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Conv2D(32, 3×3) + BatchNorm + MaxPool + Dropout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Conv2D(64, 3×3) + BatchNorm + MaxPool + Dropout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Conv2D(128, 3×3) + BatchNorm + MaxPool + Dropout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Flatten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┌ Dense1_1(64) → Dense1_2(10) → Softmax  → 第1位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┌ Dense2_1(64) → Dense2_2(10) → Softmax  → 第2位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├─ ┌ Dense3_1(64) → Dense3_2(10) → Softmax  → 第3位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└─ ┌ Dense4_1(64) → Dense4_2(10) → Softmax  → 第4位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▸ 设计思路</a:t>
            </a:r>
            <a:br/>
            <a:br/>
            <a:r>
              <a:t>• 3 层共享卷积提取图像特征</a:t>
            </a:r>
            <a:br/>
            <a:r>
              <a:t>• 4 个独立分类头并行预测</a:t>
            </a:r>
            <a:br/>
            <a:r>
              <a:t>• 每路输出 10 类，对应 0-9</a:t>
            </a:r>
            <a:br/>
            <a:r>
              <a:t>• 损失函数：4 路交叉熵之和</a:t>
            </a:r>
            <a:br/>
            <a:r>
              <a:t>• 训练 datagen 更激进：</a:t>
            </a:r>
            <a:br/>
            <a:r>
              <a:t>    rotation ±25°, shift ±20·</a:t>
            </a:r>
            <a:br/>
            <a:r>
              <a:t>    zoom ±18·</a:t>
            </a:r>
            <a:br/>
            <a:br/>
            <a:r>
              <a:t>▸ 训练结果</a:t>
            </a:r>
            <a:br/>
            <a:r>
              <a:t>• 验证准确率：~94·+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验证码两种运行模式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验证码登录系统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Microsoft YaHei"/>
              </a:defRPr>
            </a:pPr>
            <a:r>
              <a:t>模式一：CNN 合成模式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使用 MNIST 合成 + 增强生成验证码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数据与训练数据同分布，识别率最高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适合演示 CNN 模型的高精度效果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启用方式：USE_ML_CAPTCHA=1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模式二：PIL 增强模式（默认）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PIL 绘制彩色带干扰的验证码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字符旋转、颜色随机、干扰弧线（已去波纹扭曲）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CNN 模型对整图推理，预测 4 位数字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更接近真实网站验证码风格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▸ 前端实时显示 CNN 识别结果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Web 验证码登录流程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验证码登录系统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请求流程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1. 用户打开页面 → 前端请求 /api/captcha-challenge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2. 后端生成 4 张验证码图片（PIL 模式，已去波纹扭曲）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3. CNN 模型逐张识别每张图，得到 4 个 4 位数字预测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4. 后端返回 JSON：{ images[4], predictions[4], session_id, target_code }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5. 前端渲染 2×2 网格，每张图下方显示 "CNN识别: XXXX"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6. 用户选中一张验证码 → 提交验证 → 返回登录结果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API 响应格式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6400800" cy="1645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"session_id": "a1b2c3d4...",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"images": ["data:image/png;base64,...", ...],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"predictions": ["4392", "9888", "5934", "3802"],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  "target_code": "3802"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Web 前端界面设计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验证码登录系统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技术选型：原生 HTML + CSS + JavaScript（无框架依赖）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页面布局：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顶部：标题栏 + 用户图标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中部：2×2 验证码网格 + CNN 识别文本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底部：验证码输入框 + 登录按钮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核心交互：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点击切换选中验证码（蓝色高亮 + 勾选标记）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"换一组"按钮重新获取 4 张新验证码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选中后自动填入底部输入框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实时 CNN 识别结果更新在每张图下方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840480" cy="4572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ℹ 此处放 Web 登录界面截图</a:t>
            </a:r>
            <a:br/>
            <a:br/>
            <a:r>
              <a:t>▶ 运行：</a:t>
            </a:r>
            <a:br/>
            <a:r>
              <a:t>python web_server.py</a:t>
            </a:r>
            <a:br/>
            <a:br/>
            <a:r>
              <a:t>▶ 访问：</a:t>
            </a:r>
            <a:br/>
            <a:r>
              <a:t>http://localhost:5000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模块二 ── 桌面端验证码登录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Microsoft YaHei"/>
              </a:defRPr>
            </a:pPr>
            <a:r>
              <a:t>Tkinter 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框架：Python Tkinter（标准库，无需额外安装）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功能特性：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展示 28×112 灰度四连验证码图片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输入框输入 4 位数字 → 点击"登录"验证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界面显示 CNN 模型识别结果（供参考）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"换一张"按钮手动刷新验证码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▸ 两种校验模式：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默认模式：输入与真实答案一致即登录成功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• 模型模式（CAPTCHA_VERIFY=model）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▸     输入必须与 CNN 识别结果一致才通过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840480" cy="4572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ℹ 此处放 Tkinter 界面截图</a:t>
            </a:r>
            <a:br/>
            <a:br/>
            <a:r>
              <a:t>▶ 运行：</a:t>
            </a:r>
            <a:br/>
            <a:r>
              <a:t>python login_captcha_tkinter.py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两个模块对比分析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手写数字识别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验证码登录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输入尺寸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28×28 单数字灰度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28×112 四连数字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 个类别（0-9）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 个类别（每位 0-9）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模型结构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4卷积 + 全连接 + Softmax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3共享卷积 + 4头并行 Softmax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界面框架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Gradio（Python 自动生成）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原生 HTML+CSS+JS / Tkinter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数据增强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标准（rotation/shift/zoom）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激进（更大+膨胀/腐蚀/亮度）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CNN结果展示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作为最终输出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每张验证码图下方标注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浏览器 Gradio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Web 服务器 + 桌面窗口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技术难点与解决方案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86C1"/>
                </a:solidFill>
                <a:latin typeface="Microsoft YaHei"/>
              </a:defRPr>
            </a:pPr>
            <a:r>
              <a:t>难点 1：训练数据与 PIL 验证码图像域不匹配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方案：增强合成数据集扭曲参数（旋转±30°、模糊σ=2.5、噪声σ=0.15）使训练数据覆盖更广的分布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10515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86C1"/>
                </a:solidFill>
                <a:latin typeface="Microsoft YaHei"/>
              </a:defRPr>
            </a:pPr>
            <a:r>
              <a:t>难点 2：PIL 非线性波纹扭曲导致字符变形严重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方案：去掉波纹扭曲调用，保持字符几何完整性，使 CNN 模型能有效识别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86C1"/>
                </a:solidFill>
                <a:latin typeface="Microsoft YaHei"/>
              </a:defRPr>
            </a:pPr>
            <a:r>
              <a:t>难点 3：在前端实时展示 CNN 识别结果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方案：后端 API 返回 predictions 数组，前端 JavaScript 动态渲染到每张图片下方的 DOM 元素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66360"/>
            <a:ext cx="10515600" cy="10972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86C1"/>
                </a:solidFill>
                <a:latin typeface="Microsoft YaHei"/>
              </a:defRPr>
            </a:pPr>
            <a:r>
              <a:t>难点 4：四连数字的并行预测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方案：采用多分类头架构，共享卷积特征提取层，4 个独立全连接头并行输出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成果展示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截图 1: Gradio 手写数字识别界面</a:t>
            </a:r>
            <a:br/>
            <a:r>
              <a:t>（画板 + 识别结果）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12064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截图 2: 验证码合成对比</a:t>
            </a:r>
            <a:br/>
            <a:r>
              <a:t>（清晰 ↔ 增强扭曲）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12064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截图 3: Web 验证码登录界面</a:t>
            </a:r>
            <a:br/>
            <a:r>
              <a:t>（2×2 网格 + CNN 识别文本）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023360"/>
            <a:ext cx="5120640" cy="23774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截图 4: Tkinter 桌面验证码</a:t>
            </a:r>
            <a:br/>
            <a:r>
              <a:t>登录界面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▸ 项目成果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✔ 完成两套完整的 CNN 识别系统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✔ 手写数字识别准确率 &gt; 99%（MNIST 测试集）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✔ 验证码识别准确率 &gt; 94%（增强训练集）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✔ 实现 Web + 桌面双端验证码登录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✔ CNN 识别结果实时展示在前端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Microsoft YaHei"/>
              </a:defRPr>
            </a:pPr>
            <a:r>
              <a:t>▸ 改进方向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• 引入端到端 OCR（CRNN+CTC）处理复杂验证码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• 扩展字符集（字母+数字混合）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• 部署至云服务器实现在线访问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• 增加用户管理与数据库持久化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▸ • 前端性能优化与响应式适配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核心亮点：CNN 从训练到部署的完整闭环  |  工作量体现：模型优化 + 数据增强 + 前后端开发 + 双端部署  |  创新点：CNN 识别结果可视化展示在验证码下方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